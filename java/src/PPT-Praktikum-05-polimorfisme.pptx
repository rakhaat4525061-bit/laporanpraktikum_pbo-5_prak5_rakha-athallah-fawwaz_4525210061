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8872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05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72768"/>
            <a:ext cx="8010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999232"/>
            <a:ext cx="7461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perintah, banyak perilaku — dan mengapa framework bisa memanggil kode Anda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011680" cy="0"/>
          </a:xfrm>
          <a:prstGeom prst="line">
            <a:avLst/>
          </a:prstGeom>
          <a:noFill/>
          <a:ln w="19050">
            <a:solidFill>
              <a:srgbClr val="D8DC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4096512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Berorientasi Objek  ·  Prodi Informatika, Fakultas Teknik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Pancasila  ·  Adi Wahyu Pribadi, S.Si., M.Kom.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pertemuan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apa yang terjadi saat method di-override dipanggil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upcasting untuk menulis kode yang tidak peduli tipe konkret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rantai instanceof sebagai tanda rancangan yang bisa diperbaiki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Menyebutkan padanan method overloading di PHP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polimorfisme vs dengan polimorfisme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3849624" cy="3438144"/>
          </a:xfrm>
          <a:prstGeom prst="roundRect">
            <a:avLst>
              <a:gd name="adj" fmla="val 1596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37160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Rantai instanceof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68096" y="1700784"/>
            <a:ext cx="34472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(Object b : daftar) {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 instanceof Lingkaran l)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total += 3.14*l.r*l.r;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(b instanceof Persegi p)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total += p.sisi*p.sisi;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...dan seterusnya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27448" y="1225296"/>
            <a:ext cx="3849624" cy="3438144"/>
          </a:xfrm>
          <a:prstGeom prst="roundRect">
            <a:avLst>
              <a:gd name="adj" fmla="val 1596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28616" y="137160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28616" y="1700784"/>
            <a:ext cx="34472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(BangunDatar b : daftar)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b.luas();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menambah Trapesium: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tambah satu kelas,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nol suntingan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05840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 persoalannya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17904"/>
            <a:ext cx="7735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VARIABEL menentukan method apa yang BOLEH dipanggil. Tipe OBJEK menentukan method mana yang BENAR-BENAR dijalankan.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itu disebut dynamic dispatch, atau late binding.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jenis polimorfisme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2860766"/>
                <a:gridCol w="2288613"/>
                <a:gridCol w="1430383"/>
                <a:gridCol w="143038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Diputuskan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Compile-time (overloading)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 kompilasi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(overriding)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 berjalan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penting untuk mata kuliah ini adalah runtime polymorphism.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Padanan overloading di PHP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2670048"/>
                <a:gridCol w="2670048"/>
                <a:gridCol w="26700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Kebutuhan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Beda jumlah argumen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f(int a) / f(int a,int 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parameter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Beda tipe argumen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f(int a) / f(String 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type: int|string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 tak tentu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f(int... 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variadic: f(int ...$a)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Upcasting dan downcasting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8010144" cy="1860423"/>
          </a:xfrm>
          <a:prstGeom prst="roundRect">
            <a:avLst>
              <a:gd name="adj" fmla="val 2949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1408176"/>
            <a:ext cx="7571232" cy="1494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BangunDatar b = new Lingkaran(7);      // upcasting: aman, otomatis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(b instanceof Lingkaran l) {        // downcasting: harus eksplisit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System.out.println(l.getJariJari());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268599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Anda sering butuh downcasting, biasanya rancangannya yang perlu diperbaiki.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Rantai if (x instanceof ...) yang panjang — pelanggaran Open-Closed Principle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Mengira method static bisa di-override — static hanya tertutupi (hidden)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Memanggil method yang dapat di-override dari dalam constructor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Meng-override tanpa @Override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Melanggar kontrak induk saat override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05840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untuk direnungkan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17904"/>
            <a:ext cx="7735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framework bisa memanggil kode yang Anda tulis hari ini, padahal framework itu ditulis bertahun-tahun sebelumnya?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Jawabannya ada di slide sebelumnya. Kita bahas tuntas di pertemuan 13.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060704"/>
            <a:ext cx="8010144" cy="3017520"/>
          </a:xfrm>
          <a:prstGeom prst="roundRect">
            <a:avLst>
              <a:gd name="adj" fmla="val 1515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1298448"/>
            <a:ext cx="7424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pekan ini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847088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kelas Trapesium tanpa menyentuh Main — buktikan tetap berjalan benar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versi if-instanceof di AntiPattern.java menjadi polimorfik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hierarki Notifikasi (Email, SMS, WhatsApp) tanpa satu pun pemeriksaan tipe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Universitas Pancasila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5 — Polimorfisme</dc:title>
  <dc:subject>PptxGenJS Presentation</dc:subject>
  <dc:creator>Adi Wahyu Pribadi, S.Si., M.Kom.</dc:creator>
  <cp:lastModifiedBy>Adi Wahyu Pribadi, S.Si., M.Kom.</cp:lastModifiedBy>
  <cp:revision>1</cp:revision>
  <dcterms:created xsi:type="dcterms:W3CDTF">2026-09-10T04:15:06Z</dcterms:created>
  <dcterms:modified xsi:type="dcterms:W3CDTF">2026-09-10T04:15:06Z</dcterms:modified>
</cp:coreProperties>
</file>